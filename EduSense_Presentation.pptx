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229600" y="3657600"/>
            <a:ext cx="2743200" cy="27432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114800"/>
            <a:ext cx="2286000" cy="228600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EduSense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University Management System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228600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651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Presentation · 2025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265176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5074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7200" y="5669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Roles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7560" y="5029200"/>
            <a:ext cx="265176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5074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337560" y="5669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5029200"/>
            <a:ext cx="265176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5074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100+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217920" y="5669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98280" y="5029200"/>
            <a:ext cx="265176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5074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098280" y="56692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EduSense?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platform. Every stakeholder. Connected by real-time data.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828800"/>
            <a:ext cx="374904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828800"/>
            <a:ext cx="3749040" cy="3657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" y="1965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🧠  AI at the 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" y="2377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Emotion &amp; attention tracking per student, per lecture. Live engagement heatmaps.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1828800"/>
            <a:ext cx="374904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960" y="1828800"/>
            <a:ext cx="374904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416552" y="1965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 Cross-Device QR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16552" y="2377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Lecturer generates QR on PC. Students scan on mobile. Attendance instant.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1828800"/>
            <a:ext cx="374904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828800"/>
            <a:ext cx="374904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65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Arabic RTL Support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23774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bilingual portal — English &amp; Arabic with complete RTL layout switching.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977640"/>
            <a:ext cx="374904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977640"/>
            <a:ext cx="37490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38912" y="41148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Rich Analytics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8912" y="452628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Charts, trends, KPIs — GPA, emotion, attendance, engagement history.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51960" y="3977640"/>
            <a:ext cx="374904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1960" y="3977640"/>
            <a:ext cx="3749040" cy="3657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416552" y="41148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🔔  Automated Alerts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16552" y="452628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email alerts for low attendance. Parents notified in real time.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0" y="3977640"/>
            <a:ext cx="374904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0" y="3977640"/>
            <a:ext cx="3749040" cy="3657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148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Secure by Design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94192" y="452628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HTTPS, rate-limited login, audit logs for every action, JWT-ready backend.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dedicated portals.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role sees only what is relevant to them.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" y="1828800"/>
            <a:ext cx="2834640" cy="4663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" y="1828800"/>
            <a:ext cx="283464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1920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74320" y="24231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 Portal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2608" y="283464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Personal dashboard — GPA, attendance, emotion scores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92608" y="3136392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QR check-in from mobile (no login needed)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92608" y="3438144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Grade appeals with status tracking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2608" y="3739896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Office hours booking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92608" y="4041648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PDF transcript download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434340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Digital ID card, GPA calculator, fee history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82112" y="1828800"/>
            <a:ext cx="2834640" cy="4663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82112" y="1828800"/>
            <a:ext cx="283464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3182112" y="1920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👨‍🏫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273552" y="24231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Lecturer Portal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91840" y="283464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Live session control + QR generation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291840" y="3136392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Real-time emotion heatmap per student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91840" y="3438144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AI Insights dashboard (engagement trends)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91840" y="3739896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One-click low-attendance email alerts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91840" y="4041648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Office hours calendar &amp; grade appeal review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291840" y="434340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Live lecture polls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81344" y="1828800"/>
            <a:ext cx="2834640" cy="4663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1828800"/>
            <a:ext cx="28346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9" name="Text 27"/>
          <p:cNvSpPr/>
          <p:nvPr/>
        </p:nvSpPr>
        <p:spPr>
          <a:xfrm>
            <a:off x="6181344" y="1920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🏛️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272784" y="24231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Portal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91072" y="283464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Full system analytics &amp; management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291072" y="3136392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User account creation with email delivery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291072" y="3438144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Exam management &amp; result publication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291072" y="3739896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Full audit log (every action timestamped)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291072" y="4041648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At-risk student early warning panel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291072" y="434340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Exam proctoring control room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180576" y="1828800"/>
            <a:ext cx="2834640" cy="4663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80576" y="1828800"/>
            <a:ext cx="28346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9180576" y="19202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👨‍👩‍👧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9272016" y="24231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 Portal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290304" y="2834640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Live child attendance &amp; GPA monitoring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290304" y="3136392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Auto alert when attendance &lt; 75%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290304" y="3438144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Grade &amp; exam result visibility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9290304" y="3739896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Emotion and engagement summary per course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9290304" y="4041648"/>
            <a:ext cx="2615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Contact lecturer or admin directly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 production-ready features.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Cross-Device Attendance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3736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from mobile, recorded instantly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2066544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11226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213055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Emotion &amp; Attention Tracking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38658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Per-student, per-lecture AI data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715768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76148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277977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Grade Appeals Workflow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303580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→ Doctor → Admin → Resolved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3364992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41071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34290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Office Hours Booking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368503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30-min slots, real-time confirmation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014216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0599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407822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Transcript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33425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Styled, downloadable report card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4663440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7091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800" y="472744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GPA Calculator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498348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forecasting &amp; credit tracker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5312664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535838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🗓️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5800" y="537667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Academic Calendar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5800" y="563270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Exams, events, semester timeline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5961888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600760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🪪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85800" y="602589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ID Card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800" y="628192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Scannable mobile identity card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371600"/>
            <a:ext cx="0" cy="521208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146304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812280" y="1481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Email Alerts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12280" y="173736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Low-attendance &amp; withdrawal notices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0800" y="2066544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211226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812280" y="213055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Audit Log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12280" y="238658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logged with actor &amp; timestamp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0800" y="2715768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276148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812280" y="277977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At-Risk Dashboard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12280" y="303580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below 75% attendance flagged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00800" y="3364992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0" y="341071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🎥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812280" y="34290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 Proctoring Panel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812280" y="368503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Webcam monitoring during live exams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400800" y="4014216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0" y="40599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👨‍👩‍👧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812280" y="407822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812280" y="433425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child performance &amp; alerts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400800" y="4663440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0" y="47091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812280" y="472744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Lecture Poll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812280" y="4983480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in-class student feedback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400800" y="5312664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00800" y="535838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🗺️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812280" y="537667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Graduation Roadmap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812280" y="5632704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degree progress per course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400800" y="5961888"/>
            <a:ext cx="5669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0" y="600760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6812280" y="602589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Arabic RTL Support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812280" y="628192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bilingual interface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SPOTLIGHT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Cross-Device QR Attendance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shared network. No app install. Works on any phone.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920240"/>
            <a:ext cx="548640" cy="5486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920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0" cy="59436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4767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Lecturer generates QR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2219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unique URL is encoded in the QR containing session data (course, week, timestamp).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548640" cy="5486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0" cy="59436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09067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 scans on mobile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3649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camera opens the link. No app install needed — just a browser.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20624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206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0" cy="59436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23367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survives login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45079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payload saved to sessionStorage, so it persists through the login redirect.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534924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349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97280" y="537667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check-in on login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97280" y="565099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detects the pending QR and marks attendance automatically. Session expires after 90 min.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to scale.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Modern, proven technologies. Easy to maintain and extend.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828800"/>
            <a:ext cx="356616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65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⚛️  React 18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5877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framework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Vite 8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1821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tool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🎬  Framer Motion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77647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Recharts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37083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Charts &amp; analytics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📄  jsPDF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96519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generation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5303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EmailJS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55595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delivery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0" y="1828800"/>
            <a:ext cx="356616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1965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0" y="2331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🐍  FastAPI (Python)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97680" y="25877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framework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97680" y="2926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🗄️  SQLite → PostgreSQL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97680" y="31821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29768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 JWT + bcrypt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297680" y="377647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&amp; security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29768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🔄  Pydantic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297680" y="437083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validation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97680" y="4709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🚀  Uvicorn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297680" y="496519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ASGI server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955280" y="1828800"/>
            <a:ext cx="356616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38160" y="1965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38160" y="2331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Hostinger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38160" y="258775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hosting (HTTPS)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138160" y="2926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🚂  Railway / Render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38160" y="318211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API hosting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13816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TLS / HTTPS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8160" y="377647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Encrypted in transit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138160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 CDN Ready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138160" y="4370832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asset delivery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protected.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in the current demo — and what gets added with the backend.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828800"/>
            <a:ext cx="5577840" cy="4663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659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NOW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HTTPS / TLS on Hostinger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404872"/>
            <a:ext cx="228600" cy="2286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88036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⚛️  React XSS protection (automatic)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40680" y="2907792"/>
            <a:ext cx="228600" cy="2286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3832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🚫  Login rate limiting — 5 attempts → 30s lockout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40680" y="3410712"/>
            <a:ext cx="228600" cy="2286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8862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📋  Audit log for all data changes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40680" y="3913632"/>
            <a:ext cx="228600" cy="2286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3891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🗝️  No SMTP credentials in codebase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40680" y="4416552"/>
            <a:ext cx="228600" cy="2286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920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📦  .env excluded from git repository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4919472"/>
            <a:ext cx="228600" cy="2286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539496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 Sessions reset on browser close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40680" y="5422392"/>
            <a:ext cx="228600" cy="2286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0" y="1828800"/>
            <a:ext cx="5577840" cy="4663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9659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BACKEND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0" y="23774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 JWT token authentication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402568" y="2404872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288036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 Bcrypt password hashing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1402568" y="2907792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33832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⏱️  Server-side session expiry (8h)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402568" y="3410712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88620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🚦  API-level rate limiting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1402568" y="3913632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0" y="43891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🔐  Role-based access control (RBAC)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1402568" y="4416552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489204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🗄️  Server-side data — no localStorage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1402568" y="4919472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0" y="539496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🔍  SQL injection protection (Pydantic)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1402568" y="5422392"/>
            <a:ext cx="228600" cy="228600"/>
          </a:xfrm>
          <a:prstGeom prst="ellipse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is going.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clear, four-phase path from demo to production SaaS.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874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94360" y="2514600"/>
            <a:ext cx="0" cy="54864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874520"/>
            <a:ext cx="10515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874520"/>
            <a:ext cx="45720" cy="10515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194767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Complete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0" y="194767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225856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multi-role React portal · QR cross-device attendance · Emotion analytics · Grade appeals · Office hours · PDF exports · Arabic RTL · Audit log · Rate-limited login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063240"/>
            <a:ext cx="640080" cy="6400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94360" y="3703320"/>
            <a:ext cx="0" cy="54864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" y="3063240"/>
            <a:ext cx="10515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" y="3063240"/>
            <a:ext cx="45720" cy="1051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31363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Backend Integration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0" y="313639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1–2 months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80160" y="344728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FastAPI backend · PostgreSQL persistent database · JWT auth with bcrypt · Real multi-user sessions · Deploy to Railway / Render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425196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251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" y="4892040"/>
            <a:ext cx="0" cy="54864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" y="4251960"/>
            <a:ext cx="10515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7280" y="4251960"/>
            <a:ext cx="45720" cy="10515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432511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 — AI Camera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0" y="432511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2–4 months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80160" y="463600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webcam emotion detection per student · TensorFlow.js or server model · Automated engagement scoring · Proctor alert system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74320" y="544068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5440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097280" y="5440680"/>
            <a:ext cx="10515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97280" y="5440680"/>
            <a:ext cx="45720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1280160" y="551383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 — SaaS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86800" y="5513832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4–8 months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280160" y="582472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architecture · Subdomain per university · Subscription billing · Mobile apps (iOS + Android) · LMS integration (Moodle, Canvas)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6576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320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Simple, transparent pricing.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per institution. No per-student fees up to tier limits.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828800"/>
            <a:ext cx="3749040" cy="4572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828800"/>
            <a:ext cx="3749040" cy="457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9659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/ Pilot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286207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evaluation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3383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2461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Full feature access (demo data)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All 4 portals included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No backend connection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480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Hosted on Hostinger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Suitable for client presentations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51960" y="1828800"/>
            <a:ext cx="3749040" cy="4572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51960" y="1828800"/>
            <a:ext cx="374904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1874520"/>
            <a:ext cx="1371600" cy="2926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187452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434840" y="19659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Institution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228600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4434840" y="286207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· up to 1,000 students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34840" y="3154680"/>
            <a:ext cx="3383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32461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Full source code delivery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34840" y="365760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Backend deployment included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34840" y="40690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Real database + JWT auth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34840" y="4480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6 months support &amp; updates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434840" y="489204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Custom logo &amp; color branding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434840" y="5303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Staff training session (2h)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34840" y="571500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Arabic RTL support included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0" y="1828800"/>
            <a:ext cx="3749040" cy="4572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0" y="1828800"/>
            <a:ext cx="374904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19659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412480" y="228600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8412480" y="286207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Multi-campus or SaaS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412480" y="3154680"/>
            <a:ext cx="33832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32461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Everything in Institution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412480" y="365760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Multi-tenant architecture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12480" y="40690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AI camera integration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12480" y="4480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Custom feature development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412480" y="489204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SLA + priority support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412480" y="5303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Mobile app (iOS + Android)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0" y="571500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LMS integration (Moodle etc.)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0" y="-914400"/>
            <a:ext cx="5486400" cy="54864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2743200"/>
            <a:ext cx="4572000" cy="4572000"/>
          </a:xfrm>
          <a:prstGeom prst="ellipse">
            <a:avLst/>
          </a:prstGeom>
          <a:solidFill>
            <a:srgbClr val="8B5CF6">
              <a:alpha val="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0" y="1828800"/>
            <a:ext cx="1219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EduSense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0" y="283464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University Management System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754880" y="3429000"/>
            <a:ext cx="2651760" cy="274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3749040"/>
            <a:ext cx="1219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  edusense.hostinger.com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4206240"/>
            <a:ext cx="1219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available now — all 4 roles, all features, Arabic + English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0" y="6217920"/>
            <a:ext cx="1219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© 2025 EduSense · Confidential — prepared for client presentation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2026-05-20T19:35:18Z</dcterms:created>
  <dcterms:modified xsi:type="dcterms:W3CDTF">2026-05-20T19:35:18Z</dcterms:modified>
</cp:coreProperties>
</file>